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40233600" cy="31089600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400" kern="1200">
        <a:solidFill>
          <a:srgbClr val="006300"/>
        </a:solidFill>
        <a:latin typeface="Myriad Pro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4400" kern="1200">
        <a:solidFill>
          <a:srgbClr val="006300"/>
        </a:solidFill>
        <a:latin typeface="Myriad Pro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4400" kern="1200">
        <a:solidFill>
          <a:srgbClr val="006300"/>
        </a:solidFill>
        <a:latin typeface="Myriad Pro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4400" kern="1200">
        <a:solidFill>
          <a:srgbClr val="006300"/>
        </a:solidFill>
        <a:latin typeface="Myriad Pro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4400" kern="1200">
        <a:solidFill>
          <a:srgbClr val="006300"/>
        </a:solidFill>
        <a:latin typeface="Myriad Pro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4400" kern="1200">
        <a:solidFill>
          <a:srgbClr val="006300"/>
        </a:solidFill>
        <a:latin typeface="Myriad Pro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4400" kern="1200">
        <a:solidFill>
          <a:srgbClr val="006300"/>
        </a:solidFill>
        <a:latin typeface="Myriad Pro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4400" kern="1200">
        <a:solidFill>
          <a:srgbClr val="006300"/>
        </a:solidFill>
        <a:latin typeface="Myriad Pro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4400" kern="1200">
        <a:solidFill>
          <a:srgbClr val="006300"/>
        </a:solidFill>
        <a:latin typeface="Myriad Pro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0163" userDrawn="1">
          <p15:clr>
            <a:srgbClr val="A4A3A4"/>
          </p15:clr>
        </p15:guide>
        <p15:guide id="2" pos="126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1111"/>
    <a:srgbClr val="F03434"/>
    <a:srgbClr val="FD2C27"/>
    <a:srgbClr val="CE0702"/>
    <a:srgbClr val="B51B1B"/>
    <a:srgbClr val="F12F2F"/>
    <a:srgbClr val="DA2020"/>
    <a:srgbClr val="B20606"/>
    <a:srgbClr val="EE0808"/>
    <a:srgbClr val="E41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F75B4-BA27-4606-9E52-E4EBCBC2AB68}" v="282" dt="2019-12-10T10:36:57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 autoAdjust="0"/>
    <p:restoredTop sz="94249" autoAdjust="0"/>
  </p:normalViewPr>
  <p:slideViewPr>
    <p:cSldViewPr>
      <p:cViewPr>
        <p:scale>
          <a:sx n="20" d="100"/>
          <a:sy n="20" d="100"/>
        </p:scale>
        <p:origin x="1194" y="48"/>
      </p:cViewPr>
      <p:guideLst>
        <p:guide orient="horz" pos="10163"/>
        <p:guide pos="126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5" d="100"/>
        <a:sy n="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zhang Wu" userId="2f81a7167fa8cb88" providerId="LiveId" clId="{37AF75B4-BA27-4606-9E52-E4EBCBC2AB68}"/>
    <pc:docChg chg="undo custSel modSld">
      <pc:chgData name="Linzhang Wu" userId="2f81a7167fa8cb88" providerId="LiveId" clId="{37AF75B4-BA27-4606-9E52-E4EBCBC2AB68}" dt="2019-12-20T04:27:30.074" v="2802" actId="20577"/>
      <pc:docMkLst>
        <pc:docMk/>
      </pc:docMkLst>
      <pc:sldChg chg="addSp delSp modSp">
        <pc:chgData name="Linzhang Wu" userId="2f81a7167fa8cb88" providerId="LiveId" clId="{37AF75B4-BA27-4606-9E52-E4EBCBC2AB68}" dt="2019-12-20T04:27:30.074" v="2802" actId="20577"/>
        <pc:sldMkLst>
          <pc:docMk/>
          <pc:sldMk cId="0" sldId="256"/>
        </pc:sldMkLst>
        <pc:spChg chg="mod">
          <ac:chgData name="Linzhang Wu" userId="2f81a7167fa8cb88" providerId="LiveId" clId="{37AF75B4-BA27-4606-9E52-E4EBCBC2AB68}" dt="2019-12-10T10:43:05.408" v="2641" actId="1076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Linzhang Wu" userId="2f81a7167fa8cb88" providerId="LiveId" clId="{37AF75B4-BA27-4606-9E52-E4EBCBC2AB68}" dt="2019-12-10T10:29:08.067" v="2461" actId="1076"/>
          <ac:spMkLst>
            <pc:docMk/>
            <pc:sldMk cId="0" sldId="256"/>
            <ac:spMk id="8" creationId="{A0A9890A-54A4-45B3-99A5-A25B6F1B755C}"/>
          </ac:spMkLst>
        </pc:spChg>
        <pc:spChg chg="mod">
          <ac:chgData name="Linzhang Wu" userId="2f81a7167fa8cb88" providerId="LiveId" clId="{37AF75B4-BA27-4606-9E52-E4EBCBC2AB68}" dt="2019-12-10T09:44:59.849" v="1741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Linzhang Wu" userId="2f81a7167fa8cb88" providerId="LiveId" clId="{37AF75B4-BA27-4606-9E52-E4EBCBC2AB68}" dt="2019-12-10T10:29:00.279" v="2459" actId="255"/>
          <ac:spMkLst>
            <pc:docMk/>
            <pc:sldMk cId="0" sldId="256"/>
            <ac:spMk id="23" creationId="{00000000-0000-0000-0000-000000000000}"/>
          </ac:spMkLst>
        </pc:spChg>
        <pc:spChg chg="mod">
          <ac:chgData name="Linzhang Wu" userId="2f81a7167fa8cb88" providerId="LiveId" clId="{37AF75B4-BA27-4606-9E52-E4EBCBC2AB68}" dt="2019-12-10T10:46:29.323" v="2800" actId="20577"/>
          <ac:spMkLst>
            <pc:docMk/>
            <pc:sldMk cId="0" sldId="256"/>
            <ac:spMk id="24" creationId="{00000000-0000-0000-0000-000000000000}"/>
          </ac:spMkLst>
        </pc:spChg>
        <pc:spChg chg="del">
          <ac:chgData name="Linzhang Wu" userId="2f81a7167fa8cb88" providerId="LiveId" clId="{37AF75B4-BA27-4606-9E52-E4EBCBC2AB68}" dt="2019-12-10T05:06:32.234" v="976" actId="478"/>
          <ac:spMkLst>
            <pc:docMk/>
            <pc:sldMk cId="0" sldId="256"/>
            <ac:spMk id="25" creationId="{00000000-0000-0000-0000-000000000000}"/>
          </ac:spMkLst>
        </pc:spChg>
        <pc:spChg chg="del mod">
          <ac:chgData name="Linzhang Wu" userId="2f81a7167fa8cb88" providerId="LiveId" clId="{37AF75B4-BA27-4606-9E52-E4EBCBC2AB68}" dt="2019-12-10T09:22:15.045" v="1466" actId="478"/>
          <ac:spMkLst>
            <pc:docMk/>
            <pc:sldMk cId="0" sldId="256"/>
            <ac:spMk id="26" creationId="{00000000-0000-0000-0000-000000000000}"/>
          </ac:spMkLst>
        </pc:spChg>
        <pc:spChg chg="add mod">
          <ac:chgData name="Linzhang Wu" userId="2f81a7167fa8cb88" providerId="LiveId" clId="{37AF75B4-BA27-4606-9E52-E4EBCBC2AB68}" dt="2019-12-10T10:42:06.961" v="2632" actId="1076"/>
          <ac:spMkLst>
            <pc:docMk/>
            <pc:sldMk cId="0" sldId="256"/>
            <ac:spMk id="27" creationId="{F1A5CD5D-30D9-41E6-99B0-3EF6E42BC433}"/>
          </ac:spMkLst>
        </pc:spChg>
        <pc:spChg chg="mod">
          <ac:chgData name="Linzhang Wu" userId="2f81a7167fa8cb88" providerId="LiveId" clId="{37AF75B4-BA27-4606-9E52-E4EBCBC2AB68}" dt="2019-12-20T04:27:30.074" v="2802" actId="20577"/>
          <ac:spMkLst>
            <pc:docMk/>
            <pc:sldMk cId="0" sldId="256"/>
            <ac:spMk id="3075" creationId="{00000000-0000-0000-0000-000000000000}"/>
          </ac:spMkLst>
        </pc:spChg>
        <pc:spChg chg="mod">
          <ac:chgData name="Linzhang Wu" userId="2f81a7167fa8cb88" providerId="LiveId" clId="{37AF75B4-BA27-4606-9E52-E4EBCBC2AB68}" dt="2019-12-10T10:34:23.606" v="2541" actId="14100"/>
          <ac:spMkLst>
            <pc:docMk/>
            <pc:sldMk cId="0" sldId="256"/>
            <ac:spMk id="3077" creationId="{00000000-0000-0000-0000-000000000000}"/>
          </ac:spMkLst>
        </pc:spChg>
        <pc:spChg chg="mod">
          <ac:chgData name="Linzhang Wu" userId="2f81a7167fa8cb88" providerId="LiveId" clId="{37AF75B4-BA27-4606-9E52-E4EBCBC2AB68}" dt="2019-12-10T09:44:55.812" v="1740" actId="1076"/>
          <ac:spMkLst>
            <pc:docMk/>
            <pc:sldMk cId="0" sldId="256"/>
            <ac:spMk id="3078" creationId="{00000000-0000-0000-0000-000000000000}"/>
          </ac:spMkLst>
        </pc:spChg>
        <pc:spChg chg="mod">
          <ac:chgData name="Linzhang Wu" userId="2f81a7167fa8cb88" providerId="LiveId" clId="{37AF75B4-BA27-4606-9E52-E4EBCBC2AB68}" dt="2019-12-10T10:42:52.107" v="2639" actId="1076"/>
          <ac:spMkLst>
            <pc:docMk/>
            <pc:sldMk cId="0" sldId="256"/>
            <ac:spMk id="3082" creationId="{00000000-0000-0000-0000-000000000000}"/>
          </ac:spMkLst>
        </pc:spChg>
        <pc:spChg chg="mod">
          <ac:chgData name="Linzhang Wu" userId="2f81a7167fa8cb88" providerId="LiveId" clId="{37AF75B4-BA27-4606-9E52-E4EBCBC2AB68}" dt="2019-12-10T09:53:27.540" v="1952"/>
          <ac:spMkLst>
            <pc:docMk/>
            <pc:sldMk cId="0" sldId="256"/>
            <ac:spMk id="3084" creationId="{00000000-0000-0000-0000-000000000000}"/>
          </ac:spMkLst>
        </pc:spChg>
        <pc:spChg chg="mod">
          <ac:chgData name="Linzhang Wu" userId="2f81a7167fa8cb88" providerId="LiveId" clId="{37AF75B4-BA27-4606-9E52-E4EBCBC2AB68}" dt="2019-12-10T10:29:19.252" v="2465" actId="1076"/>
          <ac:spMkLst>
            <pc:docMk/>
            <pc:sldMk cId="0" sldId="256"/>
            <ac:spMk id="3085" creationId="{00000000-0000-0000-0000-000000000000}"/>
          </ac:spMkLst>
        </pc:spChg>
        <pc:spChg chg="mod">
          <ac:chgData name="Linzhang Wu" userId="2f81a7167fa8cb88" providerId="LiveId" clId="{37AF75B4-BA27-4606-9E52-E4EBCBC2AB68}" dt="2019-12-10T10:36:05.772" v="2578" actId="20577"/>
          <ac:spMkLst>
            <pc:docMk/>
            <pc:sldMk cId="0" sldId="256"/>
            <ac:spMk id="3086" creationId="{00000000-0000-0000-0000-000000000000}"/>
          </ac:spMkLst>
        </pc:spChg>
        <pc:spChg chg="mod">
          <ac:chgData name="Linzhang Wu" userId="2f81a7167fa8cb88" providerId="LiveId" clId="{37AF75B4-BA27-4606-9E52-E4EBCBC2AB68}" dt="2019-12-10T03:27:15.192" v="726" actId="20577"/>
          <ac:spMkLst>
            <pc:docMk/>
            <pc:sldMk cId="0" sldId="256"/>
            <ac:spMk id="3088" creationId="{00000000-0000-0000-0000-000000000000}"/>
          </ac:spMkLst>
        </pc:spChg>
        <pc:spChg chg="mod">
          <ac:chgData name="Linzhang Wu" userId="2f81a7167fa8cb88" providerId="LiveId" clId="{37AF75B4-BA27-4606-9E52-E4EBCBC2AB68}" dt="2019-12-10T10:29:09.667" v="2462" actId="1076"/>
          <ac:spMkLst>
            <pc:docMk/>
            <pc:sldMk cId="0" sldId="256"/>
            <ac:spMk id="3091" creationId="{00000000-0000-0000-0000-000000000000}"/>
          </ac:spMkLst>
        </pc:spChg>
        <pc:spChg chg="mod">
          <ac:chgData name="Linzhang Wu" userId="2f81a7167fa8cb88" providerId="LiveId" clId="{37AF75B4-BA27-4606-9E52-E4EBCBC2AB68}" dt="2019-12-10T10:29:17.346" v="2464" actId="1076"/>
          <ac:spMkLst>
            <pc:docMk/>
            <pc:sldMk cId="0" sldId="256"/>
            <ac:spMk id="3092" creationId="{00000000-0000-0000-0000-000000000000}"/>
          </ac:spMkLst>
        </pc:spChg>
        <pc:picChg chg="del mod">
          <ac:chgData name="Linzhang Wu" userId="2f81a7167fa8cb88" providerId="LiveId" clId="{37AF75B4-BA27-4606-9E52-E4EBCBC2AB68}" dt="2019-12-10T05:06:22.546" v="972" actId="478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Linzhang Wu" userId="2f81a7167fa8cb88" providerId="LiveId" clId="{37AF75B4-BA27-4606-9E52-E4EBCBC2AB68}" dt="2019-12-10T10:42:05.878" v="2631" actId="1076"/>
          <ac:picMkLst>
            <pc:docMk/>
            <pc:sldMk cId="0" sldId="256"/>
            <ac:picMk id="5" creationId="{0FC5C351-3A3D-4EB2-B3B7-670CF449A697}"/>
          </ac:picMkLst>
        </pc:picChg>
        <pc:picChg chg="add mod">
          <ac:chgData name="Linzhang Wu" userId="2f81a7167fa8cb88" providerId="LiveId" clId="{37AF75B4-BA27-4606-9E52-E4EBCBC2AB68}" dt="2019-12-10T10:29:04.704" v="2460" actId="1076"/>
          <ac:picMkLst>
            <pc:docMk/>
            <pc:sldMk cId="0" sldId="256"/>
            <ac:picMk id="7" creationId="{8F8A523A-DE5E-45E4-8A82-69B624308FD0}"/>
          </ac:picMkLst>
        </pc:picChg>
        <pc:picChg chg="add mod">
          <ac:chgData name="Linzhang Wu" userId="2f81a7167fa8cb88" providerId="LiveId" clId="{37AF75B4-BA27-4606-9E52-E4EBCBC2AB68}" dt="2019-12-10T10:41:27.102" v="2623" actId="1076"/>
          <ac:picMkLst>
            <pc:docMk/>
            <pc:sldMk cId="0" sldId="256"/>
            <ac:picMk id="10" creationId="{303CD6E6-DCA6-44BC-B450-960CBB7E4248}"/>
          </ac:picMkLst>
        </pc:picChg>
        <pc:picChg chg="add mod">
          <ac:chgData name="Linzhang Wu" userId="2f81a7167fa8cb88" providerId="LiveId" clId="{37AF75B4-BA27-4606-9E52-E4EBCBC2AB68}" dt="2019-12-10T10:41:28.198" v="2624" actId="1076"/>
          <ac:picMkLst>
            <pc:docMk/>
            <pc:sldMk cId="0" sldId="256"/>
            <ac:picMk id="12" creationId="{DDBBE3B2-D82F-42D2-9B5A-891D130FCE29}"/>
          </ac:picMkLst>
        </pc:picChg>
        <pc:picChg chg="add mod">
          <ac:chgData name="Linzhang Wu" userId="2f81a7167fa8cb88" providerId="LiveId" clId="{37AF75B4-BA27-4606-9E52-E4EBCBC2AB68}" dt="2019-12-10T10:42:27.554" v="2636" actId="1076"/>
          <ac:picMkLst>
            <pc:docMk/>
            <pc:sldMk cId="0" sldId="256"/>
            <ac:picMk id="19" creationId="{8E6B9A89-8DAC-414B-8ADF-6E818C1017F1}"/>
          </ac:picMkLst>
        </pc:picChg>
        <pc:cxnChg chg="add del mod">
          <ac:chgData name="Linzhang Wu" userId="2f81a7167fa8cb88" providerId="LiveId" clId="{37AF75B4-BA27-4606-9E52-E4EBCBC2AB68}" dt="2019-12-10T10:31:45.068" v="2486" actId="478"/>
          <ac:cxnSpMkLst>
            <pc:docMk/>
            <pc:sldMk cId="0" sldId="256"/>
            <ac:cxnSpMk id="14" creationId="{2FC4D640-4D19-4894-9DF6-55120D7838D3}"/>
          </ac:cxnSpMkLst>
        </pc:cxnChg>
        <pc:cxnChg chg="add mod">
          <ac:chgData name="Linzhang Wu" userId="2f81a7167fa8cb88" providerId="LiveId" clId="{37AF75B4-BA27-4606-9E52-E4EBCBC2AB68}" dt="2019-12-10T10:32:32.421" v="2497" actId="1076"/>
          <ac:cxnSpMkLst>
            <pc:docMk/>
            <pc:sldMk cId="0" sldId="256"/>
            <ac:cxnSpMk id="16" creationId="{A0F5DAE3-2D62-4753-BD1E-22FDA0849186}"/>
          </ac:cxnSpMkLst>
        </pc:cxnChg>
        <pc:cxnChg chg="add mod">
          <ac:chgData name="Linzhang Wu" userId="2f81a7167fa8cb88" providerId="LiveId" clId="{37AF75B4-BA27-4606-9E52-E4EBCBC2AB68}" dt="2019-12-10T10:32:57.692" v="2507" actId="1036"/>
          <ac:cxnSpMkLst>
            <pc:docMk/>
            <pc:sldMk cId="0" sldId="256"/>
            <ac:cxnSpMk id="42" creationId="{391402F5-FBEE-44ED-B798-CAA3B9558AB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79484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14350"/>
            <a:ext cx="33274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91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1F0AF2D-FA2C-4131-87A1-C748812414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09755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DC5B41-A43A-4CD7-AC47-A91C0E590847}" type="slidenum">
              <a:rPr lang="zh-CN" altLang="en-US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8300" y="514350"/>
            <a:ext cx="3327400" cy="2571750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70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92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541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5"/>
          <p:cNvSpPr txBox="1">
            <a:spLocks noChangeArrowheads="1"/>
          </p:cNvSpPr>
          <p:nvPr/>
        </p:nvSpPr>
        <p:spPr bwMode="auto">
          <a:xfrm>
            <a:off x="20116800" y="4533901"/>
            <a:ext cx="15289389" cy="1046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642" tIns="35321" rIns="70642" bIns="35321">
            <a:spAutoFit/>
          </a:bodyPr>
          <a:lstStyle>
            <a:lvl1pPr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eaLnBrk="1" hangingPunct="1"/>
            <a:endParaRPr lang="zh-CN" altLang="en-US" sz="6335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027" name="Text Box 57"/>
          <p:cNvSpPr txBox="1">
            <a:spLocks noChangeArrowheads="1"/>
          </p:cNvSpPr>
          <p:nvPr userDrawn="1"/>
        </p:nvSpPr>
        <p:spPr bwMode="auto">
          <a:xfrm>
            <a:off x="5401733" y="22198448"/>
            <a:ext cx="17043400" cy="1067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6335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029" name="Rectangle 67"/>
          <p:cNvSpPr>
            <a:spLocks noChangeArrowheads="1"/>
          </p:cNvSpPr>
          <p:nvPr userDrawn="1"/>
        </p:nvSpPr>
        <p:spPr bwMode="blackGray">
          <a:xfrm>
            <a:off x="3" y="29382027"/>
            <a:ext cx="40231660" cy="117764"/>
          </a:xfrm>
          <a:prstGeom prst="rect">
            <a:avLst/>
          </a:prstGeom>
          <a:solidFill>
            <a:srgbClr val="CE1034">
              <a:alpha val="89803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6335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508" b="8333"/>
          <a:stretch/>
        </p:blipFill>
        <p:spPr bwMode="auto">
          <a:xfrm>
            <a:off x="1" y="0"/>
            <a:ext cx="402336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" y="501835"/>
            <a:ext cx="6843713" cy="2393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229654" rtl="0" eaLnBrk="0" fontAlgn="base" hangingPunct="0">
        <a:spcBef>
          <a:spcPct val="0"/>
        </a:spcBef>
        <a:spcAft>
          <a:spcPct val="0"/>
        </a:spcAft>
        <a:defRPr sz="4945" b="1">
          <a:solidFill>
            <a:srgbClr val="003366"/>
          </a:solidFill>
          <a:latin typeface="+mj-lt"/>
          <a:ea typeface="+mj-ea"/>
          <a:cs typeface="+mj-cs"/>
        </a:defRPr>
      </a:lvl1pPr>
      <a:lvl2pPr algn="l" defTabSz="3229654" rtl="0" eaLnBrk="0" fontAlgn="base" hangingPunct="0">
        <a:spcBef>
          <a:spcPct val="0"/>
        </a:spcBef>
        <a:spcAft>
          <a:spcPct val="0"/>
        </a:spcAft>
        <a:defRPr sz="4945" b="1">
          <a:solidFill>
            <a:srgbClr val="003366"/>
          </a:solidFill>
          <a:latin typeface="Tahoma" pitchFamily="34" charset="0"/>
        </a:defRPr>
      </a:lvl2pPr>
      <a:lvl3pPr algn="l" defTabSz="3229654" rtl="0" eaLnBrk="0" fontAlgn="base" hangingPunct="0">
        <a:spcBef>
          <a:spcPct val="0"/>
        </a:spcBef>
        <a:spcAft>
          <a:spcPct val="0"/>
        </a:spcAft>
        <a:defRPr sz="4945" b="1">
          <a:solidFill>
            <a:srgbClr val="003366"/>
          </a:solidFill>
          <a:latin typeface="Tahoma" pitchFamily="34" charset="0"/>
        </a:defRPr>
      </a:lvl3pPr>
      <a:lvl4pPr algn="l" defTabSz="3229654" rtl="0" eaLnBrk="0" fontAlgn="base" hangingPunct="0">
        <a:spcBef>
          <a:spcPct val="0"/>
        </a:spcBef>
        <a:spcAft>
          <a:spcPct val="0"/>
        </a:spcAft>
        <a:defRPr sz="4945" b="1">
          <a:solidFill>
            <a:srgbClr val="003366"/>
          </a:solidFill>
          <a:latin typeface="Tahoma" pitchFamily="34" charset="0"/>
        </a:defRPr>
      </a:lvl4pPr>
      <a:lvl5pPr algn="l" defTabSz="3229654" rtl="0" eaLnBrk="0" fontAlgn="base" hangingPunct="0">
        <a:spcBef>
          <a:spcPct val="0"/>
        </a:spcBef>
        <a:spcAft>
          <a:spcPct val="0"/>
        </a:spcAft>
        <a:defRPr sz="4945" b="1">
          <a:solidFill>
            <a:srgbClr val="003366"/>
          </a:solidFill>
          <a:latin typeface="Tahoma" pitchFamily="34" charset="0"/>
        </a:defRPr>
      </a:lvl5pPr>
      <a:lvl6pPr marL="353262" algn="l" defTabSz="3229654" rtl="0" fontAlgn="base">
        <a:spcBef>
          <a:spcPct val="0"/>
        </a:spcBef>
        <a:spcAft>
          <a:spcPct val="0"/>
        </a:spcAft>
        <a:defRPr sz="4945" b="1">
          <a:solidFill>
            <a:srgbClr val="003366"/>
          </a:solidFill>
          <a:latin typeface="Tahoma" pitchFamily="34" charset="0"/>
        </a:defRPr>
      </a:lvl6pPr>
      <a:lvl7pPr marL="706525" algn="l" defTabSz="3229654" rtl="0" fontAlgn="base">
        <a:spcBef>
          <a:spcPct val="0"/>
        </a:spcBef>
        <a:spcAft>
          <a:spcPct val="0"/>
        </a:spcAft>
        <a:defRPr sz="4945" b="1">
          <a:solidFill>
            <a:srgbClr val="003366"/>
          </a:solidFill>
          <a:latin typeface="Tahoma" pitchFamily="34" charset="0"/>
        </a:defRPr>
      </a:lvl7pPr>
      <a:lvl8pPr marL="1059787" algn="l" defTabSz="3229654" rtl="0" fontAlgn="base">
        <a:spcBef>
          <a:spcPct val="0"/>
        </a:spcBef>
        <a:spcAft>
          <a:spcPct val="0"/>
        </a:spcAft>
        <a:defRPr sz="4945" b="1">
          <a:solidFill>
            <a:srgbClr val="003366"/>
          </a:solidFill>
          <a:latin typeface="Tahoma" pitchFamily="34" charset="0"/>
        </a:defRPr>
      </a:lvl8pPr>
      <a:lvl9pPr marL="1413051" algn="l" defTabSz="3229654" rtl="0" fontAlgn="base">
        <a:spcBef>
          <a:spcPct val="0"/>
        </a:spcBef>
        <a:spcAft>
          <a:spcPct val="0"/>
        </a:spcAft>
        <a:defRPr sz="4945" b="1">
          <a:solidFill>
            <a:srgbClr val="003366"/>
          </a:solidFill>
          <a:latin typeface="Tahoma" pitchFamily="34" charset="0"/>
        </a:defRPr>
      </a:lvl9pPr>
    </p:titleStyle>
    <p:bodyStyle>
      <a:lvl1pPr marL="2149015" indent="-2149015" algn="l" defTabSz="3229654" rtl="0" eaLnBrk="0" fontAlgn="base" hangingPunct="0">
        <a:spcBef>
          <a:spcPct val="20000"/>
        </a:spcBef>
        <a:spcAft>
          <a:spcPct val="0"/>
        </a:spcAft>
        <a:buChar char="•"/>
        <a:defRPr sz="2859">
          <a:solidFill>
            <a:schemeClr val="tx1"/>
          </a:solidFill>
          <a:latin typeface="+mn-lt"/>
          <a:ea typeface="+mn-ea"/>
          <a:cs typeface="+mn-cs"/>
        </a:defRPr>
      </a:lvl1pPr>
      <a:lvl2pPr marL="2623711" indent="-1008271" algn="l" defTabSz="3229654" rtl="0" eaLnBrk="0" fontAlgn="base" hangingPunct="0">
        <a:spcBef>
          <a:spcPct val="20000"/>
        </a:spcBef>
        <a:spcAft>
          <a:spcPct val="0"/>
        </a:spcAft>
        <a:buChar char="–"/>
        <a:defRPr sz="2859">
          <a:solidFill>
            <a:schemeClr val="tx1"/>
          </a:solidFill>
          <a:latin typeface="+mn-lt"/>
        </a:defRPr>
      </a:lvl2pPr>
      <a:lvl3pPr marL="4848774" indent="-1619120" algn="l" defTabSz="3229654" rtl="0" eaLnBrk="0" fontAlgn="base" hangingPunct="0">
        <a:spcBef>
          <a:spcPct val="20000"/>
        </a:spcBef>
        <a:spcAft>
          <a:spcPct val="0"/>
        </a:spcAft>
        <a:buChar char="•"/>
        <a:defRPr sz="8500">
          <a:solidFill>
            <a:schemeClr val="tx1"/>
          </a:solidFill>
          <a:latin typeface="Arial" charset="0"/>
        </a:defRPr>
      </a:lvl3pPr>
      <a:lvl4pPr marL="6184549" indent="-1339454" algn="l" defTabSz="3229654" rtl="0" eaLnBrk="0" fontAlgn="base" hangingPunct="0">
        <a:spcBef>
          <a:spcPct val="20000"/>
        </a:spcBef>
        <a:spcAft>
          <a:spcPct val="0"/>
        </a:spcAft>
        <a:buChar char="–"/>
        <a:defRPr sz="7032">
          <a:solidFill>
            <a:schemeClr val="tx1"/>
          </a:solidFill>
          <a:latin typeface="Arial" charset="0"/>
        </a:defRPr>
      </a:lvl4pPr>
      <a:lvl5pPr marL="7798762" indent="-1339454" algn="l" defTabSz="3229654" rtl="0" eaLnBrk="0" fontAlgn="base" hangingPunct="0">
        <a:spcBef>
          <a:spcPct val="20000"/>
        </a:spcBef>
        <a:spcAft>
          <a:spcPct val="0"/>
        </a:spcAft>
        <a:buChar char="»"/>
        <a:defRPr sz="7032">
          <a:solidFill>
            <a:schemeClr val="tx1"/>
          </a:solidFill>
          <a:latin typeface="Arial" charset="0"/>
        </a:defRPr>
      </a:lvl5pPr>
      <a:lvl6pPr marL="8152025" indent="-1339454" algn="l" defTabSz="3229654" rtl="0" fontAlgn="base">
        <a:spcBef>
          <a:spcPct val="20000"/>
        </a:spcBef>
        <a:spcAft>
          <a:spcPct val="0"/>
        </a:spcAft>
        <a:buChar char="»"/>
        <a:defRPr sz="7032">
          <a:solidFill>
            <a:schemeClr val="tx1"/>
          </a:solidFill>
          <a:latin typeface="Arial" charset="0"/>
        </a:defRPr>
      </a:lvl6pPr>
      <a:lvl7pPr marL="8505287" indent="-1339454" algn="l" defTabSz="3229654" rtl="0" fontAlgn="base">
        <a:spcBef>
          <a:spcPct val="20000"/>
        </a:spcBef>
        <a:spcAft>
          <a:spcPct val="0"/>
        </a:spcAft>
        <a:buChar char="»"/>
        <a:defRPr sz="7032">
          <a:solidFill>
            <a:schemeClr val="tx1"/>
          </a:solidFill>
          <a:latin typeface="Arial" charset="0"/>
        </a:defRPr>
      </a:lvl7pPr>
      <a:lvl8pPr marL="8858550" indent="-1339454" algn="l" defTabSz="3229654" rtl="0" fontAlgn="base">
        <a:spcBef>
          <a:spcPct val="20000"/>
        </a:spcBef>
        <a:spcAft>
          <a:spcPct val="0"/>
        </a:spcAft>
        <a:buChar char="»"/>
        <a:defRPr sz="7032">
          <a:solidFill>
            <a:schemeClr val="tx1"/>
          </a:solidFill>
          <a:latin typeface="Arial" charset="0"/>
        </a:defRPr>
      </a:lvl8pPr>
      <a:lvl9pPr marL="9211813" indent="-1339454" algn="l" defTabSz="3229654" rtl="0" fontAlgn="base">
        <a:spcBef>
          <a:spcPct val="20000"/>
        </a:spcBef>
        <a:spcAft>
          <a:spcPct val="0"/>
        </a:spcAft>
        <a:buChar char="»"/>
        <a:defRPr sz="7032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706525" rtl="0" eaLnBrk="1" latinLnBrk="0" hangingPunct="1">
        <a:defRPr sz="1391" kern="1200">
          <a:solidFill>
            <a:schemeClr val="tx1"/>
          </a:solidFill>
          <a:latin typeface="+mn-lt"/>
          <a:ea typeface="+mn-ea"/>
          <a:cs typeface="+mn-cs"/>
        </a:defRPr>
      </a:lvl1pPr>
      <a:lvl2pPr marL="353262" algn="l" defTabSz="706525" rtl="0" eaLnBrk="1" latinLnBrk="0" hangingPunct="1">
        <a:defRPr sz="1391" kern="1200">
          <a:solidFill>
            <a:schemeClr val="tx1"/>
          </a:solidFill>
          <a:latin typeface="+mn-lt"/>
          <a:ea typeface="+mn-ea"/>
          <a:cs typeface="+mn-cs"/>
        </a:defRPr>
      </a:lvl2pPr>
      <a:lvl3pPr marL="706525" algn="l" defTabSz="706525" rtl="0" eaLnBrk="1" latinLnBrk="0" hangingPunct="1">
        <a:defRPr sz="1391" kern="1200">
          <a:solidFill>
            <a:schemeClr val="tx1"/>
          </a:solidFill>
          <a:latin typeface="+mn-lt"/>
          <a:ea typeface="+mn-ea"/>
          <a:cs typeface="+mn-cs"/>
        </a:defRPr>
      </a:lvl3pPr>
      <a:lvl4pPr marL="1059787" algn="l" defTabSz="706525" rtl="0" eaLnBrk="1" latinLnBrk="0" hangingPunct="1">
        <a:defRPr sz="1391" kern="1200">
          <a:solidFill>
            <a:schemeClr val="tx1"/>
          </a:solidFill>
          <a:latin typeface="+mn-lt"/>
          <a:ea typeface="+mn-ea"/>
          <a:cs typeface="+mn-cs"/>
        </a:defRPr>
      </a:lvl4pPr>
      <a:lvl5pPr marL="1413051" algn="l" defTabSz="706525" rtl="0" eaLnBrk="1" latinLnBrk="0" hangingPunct="1">
        <a:defRPr sz="1391" kern="1200">
          <a:solidFill>
            <a:schemeClr val="tx1"/>
          </a:solidFill>
          <a:latin typeface="+mn-lt"/>
          <a:ea typeface="+mn-ea"/>
          <a:cs typeface="+mn-cs"/>
        </a:defRPr>
      </a:lvl5pPr>
      <a:lvl6pPr marL="1766313" algn="l" defTabSz="706525" rtl="0" eaLnBrk="1" latinLnBrk="0" hangingPunct="1">
        <a:defRPr sz="1391" kern="1200">
          <a:solidFill>
            <a:schemeClr val="tx1"/>
          </a:solidFill>
          <a:latin typeface="+mn-lt"/>
          <a:ea typeface="+mn-ea"/>
          <a:cs typeface="+mn-cs"/>
        </a:defRPr>
      </a:lvl6pPr>
      <a:lvl7pPr marL="2119576" algn="l" defTabSz="706525" rtl="0" eaLnBrk="1" latinLnBrk="0" hangingPunct="1">
        <a:defRPr sz="1391" kern="1200">
          <a:solidFill>
            <a:schemeClr val="tx1"/>
          </a:solidFill>
          <a:latin typeface="+mn-lt"/>
          <a:ea typeface="+mn-ea"/>
          <a:cs typeface="+mn-cs"/>
        </a:defRPr>
      </a:lvl7pPr>
      <a:lvl8pPr marL="2472838" algn="l" defTabSz="706525" rtl="0" eaLnBrk="1" latinLnBrk="0" hangingPunct="1">
        <a:defRPr sz="1391" kern="1200">
          <a:solidFill>
            <a:schemeClr val="tx1"/>
          </a:solidFill>
          <a:latin typeface="+mn-lt"/>
          <a:ea typeface="+mn-ea"/>
          <a:cs typeface="+mn-cs"/>
        </a:defRPr>
      </a:lvl8pPr>
      <a:lvl9pPr marL="2826102" algn="l" defTabSz="706525" rtl="0" eaLnBrk="1" latinLnBrk="0" hangingPunct="1">
        <a:defRPr sz="13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9"/>
          <p:cNvSpPr>
            <a:spLocks noChangeShapeType="1"/>
          </p:cNvSpPr>
          <p:nvPr/>
        </p:nvSpPr>
        <p:spPr bwMode="auto">
          <a:xfrm>
            <a:off x="22178892" y="4807456"/>
            <a:ext cx="2314055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3400"/>
          </a:p>
        </p:txBody>
      </p:sp>
      <p:sp>
        <p:nvSpPr>
          <p:cNvPr id="3075" name="Text Box 77"/>
          <p:cNvSpPr txBox="1">
            <a:spLocks noChangeArrowheads="1"/>
          </p:cNvSpPr>
          <p:nvPr/>
        </p:nvSpPr>
        <p:spPr bwMode="auto">
          <a:xfrm>
            <a:off x="10474036" y="1234777"/>
            <a:ext cx="22139564" cy="2200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5987">
            <a:spAutoFit/>
          </a:bodyPr>
          <a:lstStyle>
            <a:lvl1pPr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ea typeface="SimSun" panose="02010600030101010101" pitchFamily="2" charset="-122"/>
              </a:rPr>
              <a:t>Linzhang Wu, </a:t>
            </a:r>
            <a:r>
              <a:rPr lang="en-US" altLang="zh-CN" b="1" dirty="0" err="1">
                <a:solidFill>
                  <a:schemeClr val="bg1"/>
                </a:solidFill>
                <a:ea typeface="SimSun" panose="02010600030101010101" pitchFamily="2" charset="-122"/>
              </a:rPr>
              <a:t>Khandaker</a:t>
            </a:r>
            <a:r>
              <a:rPr lang="en-US" altLang="zh-CN" b="1">
                <a:solidFill>
                  <a:schemeClr val="bg1"/>
                </a:solidFill>
                <a:ea typeface="SimSun" panose="02010600030101010101" pitchFamily="2" charset="-122"/>
              </a:rPr>
              <a:t> Hossain</a:t>
            </a:r>
            <a:r>
              <a:rPr lang="en-US" altLang="zh-CN" b="1" dirty="0">
                <a:solidFill>
                  <a:schemeClr val="bg1"/>
                </a:solidFill>
                <a:ea typeface="SimSun" panose="02010600030101010101" pitchFamily="2" charset="-122"/>
              </a:rPr>
              <a:t>, 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ea typeface="SimSun" panose="02010600030101010101" pitchFamily="2" charset="-122"/>
              </a:rPr>
              <a:t>lw568@scarletmail.rutgers.edu                 kmh312@scarletmail.rutgers.edu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ea typeface="SimSun" panose="02010600030101010101" pitchFamily="2" charset="-122"/>
              </a:rPr>
              <a:t>Advisor: Prof. 	Jorge Ortiz</a:t>
            </a:r>
          </a:p>
        </p:txBody>
      </p:sp>
      <p:sp>
        <p:nvSpPr>
          <p:cNvPr id="3076" name="Text Box 82"/>
          <p:cNvSpPr txBox="1">
            <a:spLocks noChangeArrowheads="1"/>
          </p:cNvSpPr>
          <p:nvPr/>
        </p:nvSpPr>
        <p:spPr bwMode="auto">
          <a:xfrm>
            <a:off x="460664" y="3886201"/>
            <a:ext cx="14855536" cy="766867"/>
          </a:xfrm>
          <a:prstGeom prst="rect">
            <a:avLst/>
          </a:prstGeom>
          <a:solidFill>
            <a:srgbClr val="CE1034">
              <a:alpha val="89803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4179888" eaLnBrk="1" hangingPunct="1">
              <a:spcBef>
                <a:spcPct val="50000"/>
              </a:spcBef>
              <a:defRPr sz="3400" b="1">
                <a:solidFill>
                  <a:schemeClr val="bg1"/>
                </a:solidFill>
                <a:ea typeface="SimSun" panose="02010600030101010101" pitchFamily="2" charset="-122"/>
              </a:defRPr>
            </a:lvl1pPr>
            <a:lvl2pPr marL="742950" indent="-285750" defTabSz="4179888"/>
            <a:lvl3pPr marL="1143000" indent="-228600" defTabSz="4179888"/>
            <a:lvl4pPr marL="1600200" indent="-228600" defTabSz="4179888"/>
            <a:lvl5pPr marL="2057400" indent="-228600" defTabSz="4179888"/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4400"/>
              <a:t>Goal</a:t>
            </a:r>
          </a:p>
        </p:txBody>
      </p:sp>
      <p:sp>
        <p:nvSpPr>
          <p:cNvPr id="3077" name="Text Box 85"/>
          <p:cNvSpPr txBox="1">
            <a:spLocks noChangeArrowheads="1"/>
          </p:cNvSpPr>
          <p:nvPr/>
        </p:nvSpPr>
        <p:spPr bwMode="auto">
          <a:xfrm>
            <a:off x="16410934" y="4609038"/>
            <a:ext cx="11249666" cy="2970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defTabSz="4179888" eaLnBrk="1" hangingPunct="1">
              <a:spcBef>
                <a:spcPct val="50000"/>
              </a:spcBef>
              <a:defRPr sz="4000">
                <a:solidFill>
                  <a:schemeClr val="tx1"/>
                </a:solidFill>
                <a:ea typeface="SimSun" panose="02010600030101010101" pitchFamily="2" charset="-122"/>
              </a:defRPr>
            </a:lvl1pPr>
            <a:lvl2pPr marL="742950" indent="-285750" defTabSz="4179888"/>
            <a:lvl3pPr marL="1143000" indent="-228600" defTabSz="4179888"/>
            <a:lvl4pPr marL="1600200" indent="-228600" defTabSz="4179888"/>
            <a:lvl5pPr marL="2057400" indent="-228600" defTabSz="4179888"/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400" dirty="0"/>
              <a:t>Import data     Clean data      Modeling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400" dirty="0"/>
              <a:t>Obtain patterns of human occupancy ed,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400" dirty="0"/>
              <a:t>Apply clustering to gather the similar occupancy zones.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400" dirty="0"/>
              <a:t>Generate customized schedule</a:t>
            </a:r>
            <a:endParaRPr lang="en-US" altLang="zh-CN" dirty="0"/>
          </a:p>
        </p:txBody>
      </p:sp>
      <p:sp>
        <p:nvSpPr>
          <p:cNvPr id="3078" name="Text Box 141"/>
          <p:cNvSpPr txBox="1">
            <a:spLocks noChangeArrowheads="1"/>
          </p:cNvSpPr>
          <p:nvPr/>
        </p:nvSpPr>
        <p:spPr bwMode="auto">
          <a:xfrm>
            <a:off x="884960" y="4848900"/>
            <a:ext cx="147828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marL="571500" indent="-571500" eaLnBrk="1" hangingPunct="1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zh-CN" sz="3600" dirty="0">
                <a:solidFill>
                  <a:schemeClr val="tx1"/>
                </a:solidFill>
                <a:ea typeface="SimSun" panose="02010600030101010101" pitchFamily="2" charset="-122"/>
              </a:rPr>
              <a:t>Our goal is to replicate the machine learning paper  “Non-Intrusive Techniques for Establishing Occupancy Related Energy Savings in Commercial Buildings” and obtain slightly better results with a different data set.</a:t>
            </a:r>
          </a:p>
        </p:txBody>
      </p:sp>
      <p:sp>
        <p:nvSpPr>
          <p:cNvPr id="3079" name="Rectangle 150"/>
          <p:cNvSpPr>
            <a:spLocks noChangeArrowheads="1"/>
          </p:cNvSpPr>
          <p:nvPr/>
        </p:nvSpPr>
        <p:spPr bwMode="auto">
          <a:xfrm>
            <a:off x="7398328" y="14392892"/>
            <a:ext cx="51008" cy="57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451" tIns="25225" rIns="0" bIns="25225" anchor="ctr">
            <a:spAutoFit/>
          </a:bodyPr>
          <a:lstStyle>
            <a:lvl1pPr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3300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400">
              <a:ea typeface="SimSun" panose="02010600030101010101" pitchFamily="2" charset="-122"/>
            </a:endParaRPr>
          </a:p>
        </p:txBody>
      </p:sp>
      <p:sp>
        <p:nvSpPr>
          <p:cNvPr id="3080" name="Rectangle 152"/>
          <p:cNvSpPr>
            <a:spLocks noChangeArrowheads="1"/>
          </p:cNvSpPr>
          <p:nvPr/>
        </p:nvSpPr>
        <p:spPr bwMode="auto">
          <a:xfrm>
            <a:off x="7398328" y="14392892"/>
            <a:ext cx="51008" cy="57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451" tIns="25225" rIns="0" bIns="25225" anchor="ctr">
            <a:spAutoFit/>
          </a:bodyPr>
          <a:lstStyle>
            <a:lvl1pPr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3300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400">
              <a:ea typeface="SimSun" panose="02010600030101010101" pitchFamily="2" charset="-122"/>
            </a:endParaRPr>
          </a:p>
        </p:txBody>
      </p:sp>
      <p:sp>
        <p:nvSpPr>
          <p:cNvPr id="3081" name="Text Box 10438"/>
          <p:cNvSpPr txBox="1">
            <a:spLocks noChangeArrowheads="1"/>
          </p:cNvSpPr>
          <p:nvPr/>
        </p:nvSpPr>
        <p:spPr bwMode="auto">
          <a:xfrm>
            <a:off x="15894628" y="3883627"/>
            <a:ext cx="23729372" cy="769441"/>
          </a:xfrm>
          <a:prstGeom prst="rect">
            <a:avLst/>
          </a:prstGeom>
          <a:solidFill>
            <a:srgbClr val="CE1034">
              <a:alpha val="89803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4179888" eaLnBrk="1" hangingPunct="1">
              <a:spcBef>
                <a:spcPct val="50000"/>
              </a:spcBef>
              <a:defRPr b="1">
                <a:solidFill>
                  <a:schemeClr val="bg1"/>
                </a:solidFill>
                <a:ea typeface="SimSun" panose="02010600030101010101" pitchFamily="2" charset="-122"/>
              </a:defRPr>
            </a:lvl1pPr>
            <a:lvl2pPr marL="742950" indent="-285750" defTabSz="4179888"/>
            <a:lvl3pPr marL="1143000" indent="-228600" defTabSz="4179888"/>
            <a:lvl4pPr marL="1600200" indent="-228600" defTabSz="4179888"/>
            <a:lvl5pPr marL="2057400" indent="-228600" defTabSz="4179888"/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/>
              <a:t>Methodology </a:t>
            </a:r>
          </a:p>
        </p:txBody>
      </p:sp>
      <p:sp>
        <p:nvSpPr>
          <p:cNvPr id="3082" name="Text Box 10441"/>
          <p:cNvSpPr txBox="1">
            <a:spLocks noChangeArrowheads="1"/>
          </p:cNvSpPr>
          <p:nvPr/>
        </p:nvSpPr>
        <p:spPr bwMode="auto">
          <a:xfrm>
            <a:off x="16121433" y="15693953"/>
            <a:ext cx="23729372" cy="769441"/>
          </a:xfrm>
          <a:prstGeom prst="rect">
            <a:avLst/>
          </a:prstGeom>
          <a:solidFill>
            <a:srgbClr val="CE1034">
              <a:alpha val="89803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4179888" eaLnBrk="1" hangingPunct="1">
              <a:spcBef>
                <a:spcPct val="50000"/>
              </a:spcBef>
              <a:defRPr b="1">
                <a:solidFill>
                  <a:schemeClr val="bg1"/>
                </a:solidFill>
                <a:ea typeface="SimSun" panose="02010600030101010101" pitchFamily="2" charset="-122"/>
              </a:defRPr>
            </a:lvl1pPr>
            <a:lvl2pPr marL="742950" indent="-285750" defTabSz="4179888"/>
            <a:lvl3pPr marL="1143000" indent="-228600" defTabSz="4179888"/>
            <a:lvl4pPr marL="1600200" indent="-228600" defTabSz="4179888"/>
            <a:lvl5pPr marL="2057400" indent="-228600" defTabSz="4179888"/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dirty="0"/>
              <a:t>Current Results</a:t>
            </a:r>
          </a:p>
        </p:txBody>
      </p:sp>
      <p:sp>
        <p:nvSpPr>
          <p:cNvPr id="3083" name="Text Box 10442"/>
          <p:cNvSpPr txBox="1">
            <a:spLocks noChangeArrowheads="1"/>
          </p:cNvSpPr>
          <p:nvPr/>
        </p:nvSpPr>
        <p:spPr bwMode="auto">
          <a:xfrm>
            <a:off x="15667760" y="26089383"/>
            <a:ext cx="23611608" cy="769441"/>
          </a:xfrm>
          <a:prstGeom prst="rect">
            <a:avLst/>
          </a:prstGeom>
          <a:solidFill>
            <a:srgbClr val="CE1034">
              <a:alpha val="89803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4179888" eaLnBrk="1" hangingPunct="1">
              <a:spcBef>
                <a:spcPct val="50000"/>
              </a:spcBef>
              <a:defRPr b="1">
                <a:solidFill>
                  <a:schemeClr val="bg1"/>
                </a:solidFill>
                <a:ea typeface="SimSun" panose="02010600030101010101" pitchFamily="2" charset="-122"/>
              </a:defRPr>
            </a:lvl1pPr>
            <a:lvl2pPr marL="742950" indent="-285750" defTabSz="4179888"/>
            <a:lvl3pPr marL="1143000" indent="-228600" defTabSz="4179888"/>
            <a:lvl4pPr marL="1600200" indent="-228600" defTabSz="4179888"/>
            <a:lvl5pPr marL="2057400" indent="-228600" defTabSz="4179888"/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/>
              <a:t>References</a:t>
            </a:r>
          </a:p>
        </p:txBody>
      </p:sp>
      <p:sp>
        <p:nvSpPr>
          <p:cNvPr id="3084" name="Text Box 10443"/>
          <p:cNvSpPr txBox="1">
            <a:spLocks noChangeArrowheads="1"/>
          </p:cNvSpPr>
          <p:nvPr/>
        </p:nvSpPr>
        <p:spPr bwMode="auto">
          <a:xfrm>
            <a:off x="15894628" y="27033423"/>
            <a:ext cx="23653172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tx1"/>
                </a:solidFill>
                <a:ea typeface="SimSun" panose="02010600030101010101" pitchFamily="2" charset="-122"/>
              </a:rPr>
              <a:t>[1] </a:t>
            </a:r>
            <a:r>
              <a:rPr lang="en-US" altLang="zh-CN" sz="3200" dirty="0" err="1">
                <a:solidFill>
                  <a:schemeClr val="tx1"/>
                </a:solidFill>
                <a:ea typeface="SimSun" panose="02010600030101010101" pitchFamily="2" charset="-122"/>
              </a:rPr>
              <a:t>Ardakanian</a:t>
            </a:r>
            <a:r>
              <a:rPr lang="en-US" altLang="zh-CN" sz="3200" dirty="0">
                <a:solidFill>
                  <a:schemeClr val="tx1"/>
                </a:solidFill>
                <a:ea typeface="SimSun" panose="02010600030101010101" pitchFamily="2" charset="-122"/>
              </a:rPr>
              <a:t>, Omid &amp; Bhattacharya, </a:t>
            </a:r>
            <a:r>
              <a:rPr lang="en-US" altLang="zh-CN" sz="3200" dirty="0" err="1">
                <a:solidFill>
                  <a:schemeClr val="tx1"/>
                </a:solidFill>
                <a:ea typeface="SimSun" panose="02010600030101010101" pitchFamily="2" charset="-122"/>
              </a:rPr>
              <a:t>Arka</a:t>
            </a:r>
            <a:r>
              <a:rPr lang="en-US" altLang="zh-CN" sz="3200" dirty="0">
                <a:solidFill>
                  <a:schemeClr val="tx1"/>
                </a:solidFill>
                <a:ea typeface="SimSun" panose="02010600030101010101" pitchFamily="2" charset="-122"/>
              </a:rPr>
              <a:t> &amp; Culler, David. (2016). Non-Intrusive Techniques for Establishing Occupancy Related Energy Savings in Commercial Buildings. 21-30. 10.1145/2993422.2993574.  </a:t>
            </a:r>
          </a:p>
          <a:p>
            <a:pPr eaLnBrk="1" hangingPunct="1"/>
            <a:r>
              <a:rPr lang="en-US" sz="3200" dirty="0">
                <a:solidFill>
                  <a:schemeClr val="tx1"/>
                </a:solidFill>
              </a:rPr>
              <a:t>[2] Figure 1. Commercial Building’s HVAC system. https://webdocs.cs.ualberta.ca/~oardakan/files/ISS4ETalk16.pdf</a:t>
            </a:r>
          </a:p>
          <a:p>
            <a:pPr eaLnBrk="1" hangingPunct="1"/>
            <a:r>
              <a:rPr lang="en-US" sz="3200" dirty="0">
                <a:solidFill>
                  <a:schemeClr val="tx1"/>
                </a:solidFill>
              </a:rPr>
              <a:t>[3]Dataset obtained from: https://openei.org/datasets/dataset/long-term-data-on-3-office-air-handling-units</a:t>
            </a:r>
            <a:endParaRPr lang="en-US" altLang="zh-CN" sz="3200" dirty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3085" name="Text Box 10442"/>
          <p:cNvSpPr txBox="1">
            <a:spLocks noChangeArrowheads="1"/>
          </p:cNvSpPr>
          <p:nvPr/>
        </p:nvSpPr>
        <p:spPr bwMode="auto">
          <a:xfrm>
            <a:off x="191659" y="25555126"/>
            <a:ext cx="14782800" cy="769441"/>
          </a:xfrm>
          <a:prstGeom prst="rect">
            <a:avLst/>
          </a:prstGeom>
          <a:solidFill>
            <a:srgbClr val="CE1034">
              <a:alpha val="89803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4179888" eaLnBrk="1" hangingPunct="1">
              <a:spcBef>
                <a:spcPct val="50000"/>
              </a:spcBef>
              <a:defRPr b="1">
                <a:solidFill>
                  <a:schemeClr val="bg1"/>
                </a:solidFill>
                <a:ea typeface="SimSun" panose="02010600030101010101" pitchFamily="2" charset="-122"/>
              </a:defRPr>
            </a:lvl1pPr>
            <a:lvl2pPr marL="742950" indent="-285750" defTabSz="4179888"/>
            <a:lvl3pPr marL="1143000" indent="-228600" defTabSz="4179888"/>
            <a:lvl4pPr marL="1600200" indent="-228600" defTabSz="4179888"/>
            <a:lvl5pPr marL="2057400" indent="-228600" defTabSz="4179888"/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dirty="0"/>
              <a:t>Novelty </a:t>
            </a:r>
          </a:p>
        </p:txBody>
      </p:sp>
      <p:sp>
        <p:nvSpPr>
          <p:cNvPr id="3086" name="Text Box 10443"/>
          <p:cNvSpPr txBox="1">
            <a:spLocks noChangeArrowheads="1"/>
          </p:cNvSpPr>
          <p:nvPr/>
        </p:nvSpPr>
        <p:spPr bwMode="auto">
          <a:xfrm>
            <a:off x="468685" y="26261325"/>
            <a:ext cx="14882596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3400" dirty="0">
                <a:solidFill>
                  <a:schemeClr val="tx1"/>
                </a:solidFill>
                <a:ea typeface="SimSun" panose="02010600030101010101" pitchFamily="2" charset="-122"/>
              </a:rPr>
              <a:t>A much larger dataset of three commercial buildings containing adequate types of units of VAV system in one year. </a:t>
            </a:r>
          </a:p>
          <a:p>
            <a:pPr marL="457200" indent="-4572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3400" dirty="0">
                <a:solidFill>
                  <a:schemeClr val="tx1"/>
                </a:solidFill>
                <a:ea typeface="SimSun" panose="02010600030101010101" pitchFamily="2" charset="-122"/>
              </a:rPr>
              <a:t>This will improve accuracy in the process of training. </a:t>
            </a:r>
          </a:p>
          <a:p>
            <a:pPr marL="457200" indent="-4572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3400" dirty="0">
                <a:solidFill>
                  <a:schemeClr val="tx1"/>
                </a:solidFill>
                <a:ea typeface="SimSun" panose="02010600030101010101" pitchFamily="2" charset="-122"/>
              </a:rPr>
              <a:t>Fixed the sensors types to be consistent for easier clustering and abnormity detection  for all three buildings </a:t>
            </a:r>
          </a:p>
          <a:p>
            <a:pPr eaLnBrk="1" hangingPunct="1">
              <a:spcBef>
                <a:spcPct val="50000"/>
              </a:spcBef>
            </a:pPr>
            <a:endParaRPr lang="en-US" altLang="zh-CN" sz="4000" dirty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3088" name="Text Box 76"/>
          <p:cNvSpPr txBox="1">
            <a:spLocks noChangeArrowheads="1"/>
          </p:cNvSpPr>
          <p:nvPr/>
        </p:nvSpPr>
        <p:spPr bwMode="auto">
          <a:xfrm>
            <a:off x="7583059" y="19170"/>
            <a:ext cx="29297741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6600" b="1">
                <a:solidFill>
                  <a:schemeClr val="bg1"/>
                </a:solidFill>
                <a:ea typeface="SimSun" panose="02010600030101010101" pitchFamily="2" charset="-122"/>
              </a:rPr>
              <a:t>Non-intrusive Occupancy Estimation and zone-customized schedules </a:t>
            </a:r>
          </a:p>
        </p:txBody>
      </p:sp>
      <p:sp>
        <p:nvSpPr>
          <p:cNvPr id="3089" name="Rectangle 30"/>
          <p:cNvSpPr>
            <a:spLocks noChangeArrowheads="1"/>
          </p:cNvSpPr>
          <p:nvPr/>
        </p:nvSpPr>
        <p:spPr bwMode="auto">
          <a:xfrm>
            <a:off x="7398328" y="-131130"/>
            <a:ext cx="18473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3300"/>
              </a:buClr>
              <a:buSzPct val="75000"/>
              <a:buFont typeface="Wingdings" panose="05000000000000000000" pitchFamily="2" charset="2"/>
              <a:buNone/>
            </a:pPr>
            <a:endParaRPr lang="en-US" sz="3400"/>
          </a:p>
        </p:txBody>
      </p:sp>
      <p:sp>
        <p:nvSpPr>
          <p:cNvPr id="3090" name="Rectangle 42"/>
          <p:cNvSpPr>
            <a:spLocks noChangeArrowheads="1"/>
          </p:cNvSpPr>
          <p:nvPr/>
        </p:nvSpPr>
        <p:spPr bwMode="auto">
          <a:xfrm>
            <a:off x="7398328" y="-307776"/>
            <a:ext cx="18473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sz="3400"/>
          </a:p>
        </p:txBody>
      </p:sp>
      <p:sp>
        <p:nvSpPr>
          <p:cNvPr id="3091" name="Text Box 10441"/>
          <p:cNvSpPr txBox="1">
            <a:spLocks noChangeArrowheads="1"/>
          </p:cNvSpPr>
          <p:nvPr/>
        </p:nvSpPr>
        <p:spPr bwMode="auto">
          <a:xfrm>
            <a:off x="413739" y="21251576"/>
            <a:ext cx="14782800" cy="769441"/>
          </a:xfrm>
          <a:prstGeom prst="rect">
            <a:avLst/>
          </a:prstGeom>
          <a:solidFill>
            <a:srgbClr val="CE1034">
              <a:alpha val="89803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4179888" eaLnBrk="1" hangingPunct="1">
              <a:spcBef>
                <a:spcPct val="50000"/>
              </a:spcBef>
              <a:defRPr b="1">
                <a:solidFill>
                  <a:schemeClr val="bg1"/>
                </a:solidFill>
                <a:ea typeface="SimSun" panose="02010600030101010101" pitchFamily="2" charset="-122"/>
              </a:defRPr>
            </a:lvl1pPr>
            <a:lvl2pPr marL="742950" indent="-285750" defTabSz="4179888"/>
            <a:lvl3pPr marL="1143000" indent="-228600" defTabSz="4179888"/>
            <a:lvl4pPr marL="1600200" indent="-228600" defTabSz="4179888"/>
            <a:lvl5pPr marL="2057400" indent="-228600" defTabSz="4179888"/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/>
              <a:t>Research Challenges</a:t>
            </a:r>
          </a:p>
        </p:txBody>
      </p:sp>
      <p:sp>
        <p:nvSpPr>
          <p:cNvPr id="3092" name="TextBox 35"/>
          <p:cNvSpPr txBox="1">
            <a:spLocks noChangeArrowheads="1"/>
          </p:cNvSpPr>
          <p:nvPr/>
        </p:nvSpPr>
        <p:spPr bwMode="auto">
          <a:xfrm>
            <a:off x="451541" y="22150280"/>
            <a:ext cx="1478280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defTabSz="4179888" eaLnBrk="1" hangingPunct="1">
              <a:spcBef>
                <a:spcPct val="50000"/>
              </a:spcBef>
              <a:defRPr sz="4000">
                <a:solidFill>
                  <a:schemeClr val="tx1"/>
                </a:solidFill>
                <a:ea typeface="SimSun" panose="02010600030101010101" pitchFamily="2" charset="-122"/>
              </a:defRPr>
            </a:lvl1pPr>
            <a:lvl2pPr marL="742950" indent="-285750" defTabSz="4179888"/>
            <a:lvl3pPr marL="1143000" indent="-228600" defTabSz="4179888"/>
            <a:lvl4pPr marL="1600200" indent="-228600" defTabSz="4179888"/>
            <a:lvl5pPr marL="2057400" indent="-228600" defTabSz="4179888"/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571500" indent="-571500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3400" dirty="0"/>
              <a:t>Several confounding effects contribute to the change of heat load in a zone cause mess occupancy indicative signals</a:t>
            </a:r>
          </a:p>
          <a:p>
            <a:pPr marL="571500" indent="-571500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3400" dirty="0"/>
              <a:t>The complete ground truth of occupancy is impossible to obtain in a large building</a:t>
            </a:r>
          </a:p>
          <a:p>
            <a:pPr marL="571500" indent="-571500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3400" dirty="0"/>
              <a:t>The dataset is one-year period leading great complexity in data preprocessing and consume more time in running time.  </a:t>
            </a:r>
          </a:p>
        </p:txBody>
      </p:sp>
      <p:sp>
        <p:nvSpPr>
          <p:cNvPr id="22" name="Text Box 82"/>
          <p:cNvSpPr txBox="1">
            <a:spLocks noChangeArrowheads="1"/>
          </p:cNvSpPr>
          <p:nvPr/>
        </p:nvSpPr>
        <p:spPr bwMode="auto">
          <a:xfrm>
            <a:off x="415173" y="7188906"/>
            <a:ext cx="14855536" cy="766867"/>
          </a:xfrm>
          <a:prstGeom prst="rect">
            <a:avLst/>
          </a:prstGeom>
          <a:solidFill>
            <a:srgbClr val="CE1034">
              <a:alpha val="89803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4179888" eaLnBrk="1" hangingPunct="1">
              <a:spcBef>
                <a:spcPct val="50000"/>
              </a:spcBef>
              <a:defRPr sz="3400" b="1">
                <a:solidFill>
                  <a:schemeClr val="bg1"/>
                </a:solidFill>
                <a:ea typeface="SimSun" panose="02010600030101010101" pitchFamily="2" charset="-122"/>
              </a:defRPr>
            </a:lvl1pPr>
            <a:lvl2pPr marL="742950" indent="-285750" defTabSz="4179888"/>
            <a:lvl3pPr marL="1143000" indent="-228600" defTabSz="4179888"/>
            <a:lvl4pPr marL="1600200" indent="-228600" defTabSz="4179888"/>
            <a:lvl5pPr marL="2057400" indent="-228600" defTabSz="4179888"/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4400" dirty="0"/>
              <a:t>Motivations and Objectives</a:t>
            </a:r>
          </a:p>
        </p:txBody>
      </p:sp>
      <p:sp>
        <p:nvSpPr>
          <p:cNvPr id="23" name="Text Box 141"/>
          <p:cNvSpPr txBox="1">
            <a:spLocks noChangeArrowheads="1"/>
          </p:cNvSpPr>
          <p:nvPr/>
        </p:nvSpPr>
        <p:spPr bwMode="auto">
          <a:xfrm>
            <a:off x="460664" y="8231492"/>
            <a:ext cx="14782800" cy="780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1pPr>
            <a:lvl2pPr marL="742950" indent="-28575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2pPr>
            <a:lvl3pPr marL="11430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3pPr>
            <a:lvl4pPr marL="16002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4pPr>
            <a:lvl5pPr marL="2057400" indent="-228600" defTabSz="4179888"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5pPr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6300"/>
                </a:solidFill>
                <a:latin typeface="Myriad Pro"/>
                <a:cs typeface="Arial" panose="020B0604020202020204" pitchFamily="34" charset="0"/>
              </a:defRPr>
            </a:lvl9pPr>
          </a:lstStyle>
          <a:p>
            <a:pPr marL="571500" indent="-571500" eaLnBrk="1" hangingPunct="1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zh-CN" sz="4000" dirty="0">
                <a:solidFill>
                  <a:schemeClr val="tx1"/>
                </a:solidFill>
                <a:ea typeface="SimSun" panose="02010600030101010101" pitchFamily="2" charset="-122"/>
              </a:rPr>
              <a:t>Motivations</a:t>
            </a:r>
          </a:p>
          <a:p>
            <a:pPr marL="1314450" lvl="1" indent="-571500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3400" dirty="0">
                <a:solidFill>
                  <a:schemeClr val="tx1"/>
                </a:solidFill>
                <a:ea typeface="SimSun" panose="02010600030101010101" pitchFamily="2" charset="-122"/>
              </a:rPr>
              <a:t>The HVAC systems traditionally run on a single static schedule . Lacking customized per-zone schedules causes extremely inefficiency in energy consumption</a:t>
            </a:r>
          </a:p>
          <a:p>
            <a:pPr marL="1314450" lvl="1" indent="-571500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3400" dirty="0">
                <a:solidFill>
                  <a:schemeClr val="tx1"/>
                </a:solidFill>
                <a:ea typeface="SimSun" panose="02010600030101010101" pitchFamily="2" charset="-122"/>
              </a:rPr>
              <a:t>Occupancy sensors are not commonly available in all zones</a:t>
            </a:r>
          </a:p>
          <a:p>
            <a:pPr marL="1314450" lvl="1" indent="-571500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3400" dirty="0">
                <a:solidFill>
                  <a:schemeClr val="tx1"/>
                </a:solidFill>
                <a:ea typeface="SimSun" panose="02010600030101010101" pitchFamily="2" charset="-122"/>
              </a:rPr>
              <a:t>An entry of human occupant raises the amount of heat load in a zone </a:t>
            </a:r>
          </a:p>
          <a:p>
            <a:pPr marL="1314450" lvl="1" indent="-571500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3400" dirty="0">
                <a:solidFill>
                  <a:schemeClr val="tx1"/>
                </a:solidFill>
                <a:ea typeface="SimSun" panose="02010600030101010101" pitchFamily="2" charset="-122"/>
              </a:rPr>
              <a:t>The response of sensors in Variable Air Volume system can provide occupancy indicative signal non-intrusively</a:t>
            </a:r>
          </a:p>
          <a:p>
            <a:pPr marL="571500" indent="-571500" eaLnBrk="1" hangingPunct="1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altLang="zh-CN" sz="4000" dirty="0">
                <a:solidFill>
                  <a:schemeClr val="tx1"/>
                </a:solidFill>
                <a:ea typeface="SimSun" panose="02010600030101010101" pitchFamily="2" charset="-122"/>
              </a:rPr>
              <a:t>Objectives</a:t>
            </a:r>
          </a:p>
          <a:p>
            <a:pPr marL="1314450" lvl="1" indent="-571500" eaLnBrk="1" hangingPunct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zh-CN" sz="3400" dirty="0">
                <a:solidFill>
                  <a:schemeClr val="tx1"/>
                </a:solidFill>
                <a:ea typeface="SimSun" panose="02010600030101010101" pitchFamily="2" charset="-122"/>
              </a:rPr>
              <a:t>Extract occupancy state information from VAV dampers and/or reheat valves </a:t>
            </a:r>
          </a:p>
          <a:p>
            <a:pPr marL="1314450" lvl="1" indent="-571500" eaLnBrk="1" hangingPunct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zh-CN" sz="3400" dirty="0">
                <a:solidFill>
                  <a:schemeClr val="tx1"/>
                </a:solidFill>
                <a:ea typeface="SimSun" panose="02010600030101010101" pitchFamily="2" charset="-122"/>
              </a:rPr>
              <a:t>Define per-zone schedules and calculate the energy saving</a:t>
            </a:r>
          </a:p>
          <a:p>
            <a:pPr eaLnBrk="1" hangingPunct="1">
              <a:spcBef>
                <a:spcPct val="50000"/>
              </a:spcBef>
            </a:pPr>
            <a:endParaRPr lang="en-US" altLang="zh-CN" sz="4000" dirty="0">
              <a:solidFill>
                <a:schemeClr val="tx1"/>
              </a:solidFill>
              <a:ea typeface="SimSun" panose="02010600030101010101" pitchFamily="2" charset="-122"/>
            </a:endParaRPr>
          </a:p>
        </p:txBody>
      </p:sp>
      <p:sp>
        <p:nvSpPr>
          <p:cNvPr id="24" name="Text Box 85"/>
          <p:cNvSpPr txBox="1">
            <a:spLocks noChangeArrowheads="1"/>
          </p:cNvSpPr>
          <p:nvPr/>
        </p:nvSpPr>
        <p:spPr bwMode="auto">
          <a:xfrm>
            <a:off x="15982232" y="17142843"/>
            <a:ext cx="12612536" cy="192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defTabSz="4179888" eaLnBrk="1" hangingPunct="1">
              <a:spcBef>
                <a:spcPct val="50000"/>
              </a:spcBef>
              <a:defRPr sz="4000">
                <a:solidFill>
                  <a:schemeClr val="tx1"/>
                </a:solidFill>
                <a:ea typeface="SimSun" panose="02010600030101010101" pitchFamily="2" charset="-122"/>
              </a:defRPr>
            </a:lvl1pPr>
            <a:lvl2pPr marL="742950" indent="-285750" defTabSz="4179888"/>
            <a:lvl3pPr marL="1143000" indent="-228600" defTabSz="4179888"/>
            <a:lvl4pPr marL="1600200" indent="-228600" defTabSz="4179888"/>
            <a:lvl5pPr marL="2057400" indent="-228600" defTabSz="4179888"/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400" dirty="0"/>
              <a:t>By just  looking at one single room, the occupancy state is periodical daily and weekly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400" dirty="0"/>
              <a:t>Data cleansing algorithm slightly effects the original data</a:t>
            </a:r>
          </a:p>
        </p:txBody>
      </p:sp>
      <p:sp>
        <p:nvSpPr>
          <p:cNvPr id="27" name="Text Box 10438">
            <a:extLst>
              <a:ext uri="{FF2B5EF4-FFF2-40B4-BE49-F238E27FC236}">
                <a16:creationId xmlns:a16="http://schemas.microsoft.com/office/drawing/2014/main" id="{F1A5CD5D-30D9-41E6-99B0-3EF6E42BC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3564" y="8918874"/>
            <a:ext cx="23729372" cy="769441"/>
          </a:xfrm>
          <a:prstGeom prst="rect">
            <a:avLst/>
          </a:prstGeom>
          <a:solidFill>
            <a:srgbClr val="CE1034">
              <a:alpha val="89803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4179888" eaLnBrk="1" hangingPunct="1">
              <a:spcBef>
                <a:spcPct val="50000"/>
              </a:spcBef>
              <a:defRPr b="1">
                <a:solidFill>
                  <a:schemeClr val="bg1"/>
                </a:solidFill>
                <a:ea typeface="SimSun" panose="02010600030101010101" pitchFamily="2" charset="-122"/>
              </a:defRPr>
            </a:lvl1pPr>
            <a:lvl2pPr marL="742950" indent="-285750" defTabSz="4179888"/>
            <a:lvl3pPr marL="1143000" indent="-228600" defTabSz="4179888"/>
            <a:lvl4pPr marL="1600200" indent="-228600" defTabSz="4179888"/>
            <a:lvl5pPr marL="2057400" indent="-228600" defTabSz="4179888"/>
            <a:lvl6pPr marL="2514600" indent="-228600" defTabSz="4179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4179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4179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4179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/>
              <a:t>Related Works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161328" y="9868563"/>
            <a:ext cx="23611608" cy="555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tx1"/>
                </a:solidFill>
              </a:rPr>
              <a:t>The intrusive methods dealt with obstacles stemming from lack of software and require hardware updates. To tackle this, less intrusive methods need to be implemented, such as Wi-Fi detection  &amp; HVAC sensors. </a:t>
            </a:r>
          </a:p>
          <a:p>
            <a:pPr marL="571500" indent="-571500"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tx1"/>
                </a:solidFill>
              </a:rPr>
              <a:t>Measurements of environmental signals such as CO2 concentration, room temperature are being carried out. But unfortunately this method requires a long training phase.  </a:t>
            </a:r>
          </a:p>
          <a:p>
            <a:pPr marL="571500" indent="-571500"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tx1"/>
                </a:solidFill>
              </a:rPr>
              <a:t>4 things for future work. Investigate the length of time where occupancy remains constant; Then upload this data into a thermodynamics simulator; </a:t>
            </a:r>
            <a:r>
              <a:rPr lang="en-US" sz="3500" dirty="0">
                <a:solidFill>
                  <a:schemeClr val="tx1"/>
                </a:solidFill>
                <a:latin typeface="Myriad Pro" panose="020B0503030403020204" pitchFamily="34" charset="0"/>
              </a:rPr>
              <a:t>Third, we want to evaluate efficacy of non-intrusive techniques to determine occupancy when the heat load generated by occupants is too small compared to the other heat-generating sources to produce a noticeable signature in the occupancy indicative signal, finally classify the anomalies into categories of possible faults. 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0FC5C351-3A3D-4EB2-B3B7-670CF449A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3668" y="4961845"/>
            <a:ext cx="8815596" cy="3990217"/>
          </a:xfrm>
          <a:prstGeom prst="rect">
            <a:avLst/>
          </a:prstGeom>
        </p:spPr>
      </p:pic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8F8A523A-DE5E-45E4-8A82-69B624308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967" y="15056039"/>
            <a:ext cx="10776785" cy="53540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A9890A-54A4-45B3-99A5-A25B6F1B755C}"/>
              </a:ext>
            </a:extLst>
          </p:cNvPr>
          <p:cNvSpPr txBox="1"/>
          <p:nvPr/>
        </p:nvSpPr>
        <p:spPr>
          <a:xfrm>
            <a:off x="4265898" y="20520157"/>
            <a:ext cx="9398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Figure 1. Commercial Building’s HVAC system 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303CD6E6-DCA6-44BC-B450-960CBB7E4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7401" y="21251576"/>
            <a:ext cx="10283536" cy="4567784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DDBBE3B2-D82F-42D2-9B5A-891D130FCE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0934" y="19948897"/>
            <a:ext cx="11516303" cy="5870463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F5DAE3-2D62-4753-BD1E-22FDA0849186}"/>
              </a:ext>
            </a:extLst>
          </p:cNvPr>
          <p:cNvCxnSpPr>
            <a:cxnSpLocks/>
          </p:cNvCxnSpPr>
          <p:nvPr/>
        </p:nvCxnSpPr>
        <p:spPr bwMode="auto">
          <a:xfrm flipV="1">
            <a:off x="19354800" y="4997752"/>
            <a:ext cx="533400" cy="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91402F5-FBEE-44ED-B798-CAA3B9558AB9}"/>
              </a:ext>
            </a:extLst>
          </p:cNvPr>
          <p:cNvCxnSpPr>
            <a:cxnSpLocks/>
          </p:cNvCxnSpPr>
          <p:nvPr/>
        </p:nvCxnSpPr>
        <p:spPr bwMode="auto">
          <a:xfrm flipV="1">
            <a:off x="22021800" y="5029199"/>
            <a:ext cx="533400" cy="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Picture 18" descr="A close up of a device&#10;&#10;Description automatically generated">
            <a:extLst>
              <a:ext uri="{FF2B5EF4-FFF2-40B4-BE49-F238E27FC236}">
                <a16:creationId xmlns:a16="http://schemas.microsoft.com/office/drawing/2014/main" id="{8E6B9A89-8DAC-414B-8ADF-6E818C1017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1922" y="16637993"/>
            <a:ext cx="8603918" cy="46135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F_master_portrait">
  <a:themeElements>
    <a:clrScheme name="UF_master_portrai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F_master_portrai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E1034">
            <a:alpha val="89999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784225" marR="0" indent="-457200" algn="l" defTabSz="652463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CC3300"/>
          </a:buClr>
          <a:buSzPct val="75000"/>
          <a:buFont typeface="Wingdings" pitchFamily="2" charset="2"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rgbClr val="006300"/>
            </a:solidFill>
            <a:effectLst/>
            <a:latin typeface="Myriad Pro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E1034">
            <a:alpha val="89999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784225" marR="0" indent="-457200" algn="l" defTabSz="652463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CC3300"/>
          </a:buClr>
          <a:buSzPct val="75000"/>
          <a:buFont typeface="Wingdings" pitchFamily="2" charset="2"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rgbClr val="006300"/>
            </a:solidFill>
            <a:effectLst/>
            <a:latin typeface="Myriad Pro" pitchFamily="34" charset="0"/>
          </a:defRPr>
        </a:defPPr>
      </a:lstStyle>
    </a:lnDef>
  </a:objectDefaults>
  <a:extraClrSchemeLst>
    <a:extraClrScheme>
      <a:clrScheme name="UF_master_portrai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F_master_portrai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F_master_portrai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F_master_portrai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F_master_portrai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F_master_portrai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F_master_portrai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F_master_portrai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F_master_portrai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F_master_portrai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F_master_portrai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F_master_portrai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UF_master_portrait</Template>
  <TotalTime>6204</TotalTime>
  <Words>531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Myriad Pro</vt:lpstr>
      <vt:lpstr>Arial</vt:lpstr>
      <vt:lpstr>Tahoma</vt:lpstr>
      <vt:lpstr>Wingdings</vt:lpstr>
      <vt:lpstr>UF_master_portrait</vt:lpstr>
      <vt:lpstr>PowerPoint Presentation</vt:lpstr>
    </vt:vector>
  </TitlesOfParts>
  <Company>ufl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Julie Walters</dc:creator>
  <cp:lastModifiedBy>Linzhang Wu</cp:lastModifiedBy>
  <cp:revision>377</cp:revision>
  <dcterms:created xsi:type="dcterms:W3CDTF">2008-03-21T19:45:43Z</dcterms:created>
  <dcterms:modified xsi:type="dcterms:W3CDTF">2019-12-20T04:27:31Z</dcterms:modified>
</cp:coreProperties>
</file>